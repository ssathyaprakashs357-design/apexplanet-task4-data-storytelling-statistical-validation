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3DA46B-4029-43D9-95A6-4533732B29E9}" v="34" dt="2026-07-03T13:22:20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sathyaprakashs@outlook.com" userId="79663391dab1ff80" providerId="LiveId" clId="{BC7E0007-FF68-48DC-A504-EB190FE43A94}"/>
    <pc:docChg chg="undo redo custSel addSld delSld modSld">
      <pc:chgData name="ssathyaprakashs@outlook.com" userId="79663391dab1ff80" providerId="LiveId" clId="{BC7E0007-FF68-48DC-A504-EB190FE43A94}" dt="2026-07-03T13:23:35.736" v="570" actId="1076"/>
      <pc:docMkLst>
        <pc:docMk/>
      </pc:docMkLst>
      <pc:sldChg chg="modSp mod">
        <pc:chgData name="ssathyaprakashs@outlook.com" userId="79663391dab1ff80" providerId="LiveId" clId="{BC7E0007-FF68-48DC-A504-EB190FE43A94}" dt="2026-07-03T13:19:00.968" v="439"/>
        <pc:sldMkLst>
          <pc:docMk/>
          <pc:sldMk cId="727211769" sldId="256"/>
        </pc:sldMkLst>
        <pc:spChg chg="mod">
          <ac:chgData name="ssathyaprakashs@outlook.com" userId="79663391dab1ff80" providerId="LiveId" clId="{BC7E0007-FF68-48DC-A504-EB190FE43A94}" dt="2026-07-03T01:58:28.367" v="69" actId="20577"/>
          <ac:spMkLst>
            <pc:docMk/>
            <pc:sldMk cId="727211769" sldId="256"/>
            <ac:spMk id="2" creationId="{1738D339-E827-62FD-7D63-08897544D8CB}"/>
          </ac:spMkLst>
        </pc:spChg>
        <pc:spChg chg="mod">
          <ac:chgData name="ssathyaprakashs@outlook.com" userId="79663391dab1ff80" providerId="LiveId" clId="{BC7E0007-FF68-48DC-A504-EB190FE43A94}" dt="2026-07-03T13:19:00.968" v="439"/>
          <ac:spMkLst>
            <pc:docMk/>
            <pc:sldMk cId="727211769" sldId="256"/>
            <ac:spMk id="3" creationId="{B3801293-831D-59A6-FBAF-85BF9F13BA97}"/>
          </ac:spMkLst>
        </pc:spChg>
      </pc:sldChg>
      <pc:sldChg chg="modSp new mod">
        <pc:chgData name="ssathyaprakashs@outlook.com" userId="79663391dab1ff80" providerId="LiveId" clId="{BC7E0007-FF68-48DC-A504-EB190FE43A94}" dt="2026-07-03T13:19:16.658" v="441" actId="1076"/>
        <pc:sldMkLst>
          <pc:docMk/>
          <pc:sldMk cId="650263867" sldId="257"/>
        </pc:sldMkLst>
        <pc:spChg chg="mod">
          <ac:chgData name="ssathyaprakashs@outlook.com" userId="79663391dab1ff80" providerId="LiveId" clId="{BC7E0007-FF68-48DC-A504-EB190FE43A94}" dt="2026-07-03T02:00:36.485" v="96" actId="1076"/>
          <ac:spMkLst>
            <pc:docMk/>
            <pc:sldMk cId="650263867" sldId="257"/>
            <ac:spMk id="2" creationId="{4DB39911-F2FC-EE09-2471-827A627C9B04}"/>
          </ac:spMkLst>
        </pc:spChg>
        <pc:spChg chg="mod">
          <ac:chgData name="ssathyaprakashs@outlook.com" userId="79663391dab1ff80" providerId="LiveId" clId="{BC7E0007-FF68-48DC-A504-EB190FE43A94}" dt="2026-07-03T13:19:16.658" v="441" actId="1076"/>
          <ac:spMkLst>
            <pc:docMk/>
            <pc:sldMk cId="650263867" sldId="257"/>
            <ac:spMk id="3" creationId="{0AED84DF-0FAC-A5C4-4874-87965CA23F05}"/>
          </ac:spMkLst>
        </pc:spChg>
      </pc:sldChg>
      <pc:sldChg chg="new del">
        <pc:chgData name="ssathyaprakashs@outlook.com" userId="79663391dab1ff80" providerId="LiveId" clId="{BC7E0007-FF68-48DC-A504-EB190FE43A94}" dt="2026-07-03T02:00:57.700" v="99" actId="2696"/>
        <pc:sldMkLst>
          <pc:docMk/>
          <pc:sldMk cId="3072792851" sldId="258"/>
        </pc:sldMkLst>
      </pc:sldChg>
      <pc:sldChg chg="addSp delSp modSp new mod">
        <pc:chgData name="ssathyaprakashs@outlook.com" userId="79663391dab1ff80" providerId="LiveId" clId="{BC7E0007-FF68-48DC-A504-EB190FE43A94}" dt="2026-07-03T13:21:15.401" v="467" actId="1076"/>
        <pc:sldMkLst>
          <pc:docMk/>
          <pc:sldMk cId="561452475" sldId="259"/>
        </pc:sldMkLst>
        <pc:spChg chg="mod">
          <ac:chgData name="ssathyaprakashs@outlook.com" userId="79663391dab1ff80" providerId="LiveId" clId="{BC7E0007-FF68-48DC-A504-EB190FE43A94}" dt="2026-07-03T13:19:00.968" v="439"/>
          <ac:spMkLst>
            <pc:docMk/>
            <pc:sldMk cId="561452475" sldId="259"/>
            <ac:spMk id="2" creationId="{2D8EF45E-D7E8-A72F-4B18-4F8D33948BBC}"/>
          </ac:spMkLst>
        </pc:spChg>
        <pc:spChg chg="del">
          <ac:chgData name="ssathyaprakashs@outlook.com" userId="79663391dab1ff80" providerId="LiveId" clId="{BC7E0007-FF68-48DC-A504-EB190FE43A94}" dt="2026-07-03T02:01:32.526" v="100" actId="931"/>
          <ac:spMkLst>
            <pc:docMk/>
            <pc:sldMk cId="561452475" sldId="259"/>
            <ac:spMk id="3" creationId="{1FAAA1C6-FDA7-9CBE-E5F5-24EF0735C532}"/>
          </ac:spMkLst>
        </pc:spChg>
        <pc:spChg chg="add mod">
          <ac:chgData name="ssathyaprakashs@outlook.com" userId="79663391dab1ff80" providerId="LiveId" clId="{BC7E0007-FF68-48DC-A504-EB190FE43A94}" dt="2026-07-03T13:21:01.292" v="464" actId="1076"/>
          <ac:spMkLst>
            <pc:docMk/>
            <pc:sldMk cId="561452475" sldId="259"/>
            <ac:spMk id="6" creationId="{07FE49BB-16BA-8004-1912-63692B50D16F}"/>
          </ac:spMkLst>
        </pc:spChg>
        <pc:spChg chg="add mod">
          <ac:chgData name="ssathyaprakashs@outlook.com" userId="79663391dab1ff80" providerId="LiveId" clId="{BC7E0007-FF68-48DC-A504-EB190FE43A94}" dt="2026-07-03T02:07:37.266" v="148" actId="255"/>
          <ac:spMkLst>
            <pc:docMk/>
            <pc:sldMk cId="561452475" sldId="259"/>
            <ac:spMk id="7" creationId="{D7835128-2A19-1894-A781-C22528EF4508}"/>
          </ac:spMkLst>
        </pc:spChg>
        <pc:picChg chg="add mod ord modCrop">
          <ac:chgData name="ssathyaprakashs@outlook.com" userId="79663391dab1ff80" providerId="LiveId" clId="{BC7E0007-FF68-48DC-A504-EB190FE43A94}" dt="2026-07-03T13:21:15.401" v="467" actId="1076"/>
          <ac:picMkLst>
            <pc:docMk/>
            <pc:sldMk cId="561452475" sldId="259"/>
            <ac:picMk id="5" creationId="{BCE9C313-BF0D-8B44-71E9-2EFA8952041D}"/>
          </ac:picMkLst>
        </pc:picChg>
      </pc:sldChg>
      <pc:sldChg chg="addSp delSp modSp new mod">
        <pc:chgData name="ssathyaprakashs@outlook.com" userId="79663391dab1ff80" providerId="LiveId" clId="{BC7E0007-FF68-48DC-A504-EB190FE43A94}" dt="2026-07-03T13:21:49.554" v="471" actId="1076"/>
        <pc:sldMkLst>
          <pc:docMk/>
          <pc:sldMk cId="863850570" sldId="260"/>
        </pc:sldMkLst>
        <pc:spChg chg="mod">
          <ac:chgData name="ssathyaprakashs@outlook.com" userId="79663391dab1ff80" providerId="LiveId" clId="{BC7E0007-FF68-48DC-A504-EB190FE43A94}" dt="2026-07-03T02:25:59.869" v="256" actId="1076"/>
          <ac:spMkLst>
            <pc:docMk/>
            <pc:sldMk cId="863850570" sldId="260"/>
            <ac:spMk id="2" creationId="{C6FF68BB-A066-5302-6307-8AFD79942076}"/>
          </ac:spMkLst>
        </pc:spChg>
        <pc:spChg chg="mod">
          <ac:chgData name="ssathyaprakashs@outlook.com" userId="79663391dab1ff80" providerId="LiveId" clId="{BC7E0007-FF68-48DC-A504-EB190FE43A94}" dt="2026-07-03T13:21:28.599" v="468" actId="20577"/>
          <ac:spMkLst>
            <pc:docMk/>
            <pc:sldMk cId="863850570" sldId="260"/>
            <ac:spMk id="3" creationId="{49952D26-1FDD-149B-67AD-5267888FE385}"/>
          </ac:spMkLst>
        </pc:spChg>
        <pc:spChg chg="add del mod">
          <ac:chgData name="ssathyaprakashs@outlook.com" userId="79663391dab1ff80" providerId="LiveId" clId="{BC7E0007-FF68-48DC-A504-EB190FE43A94}" dt="2026-07-03T02:17:10.594" v="184"/>
          <ac:spMkLst>
            <pc:docMk/>
            <pc:sldMk cId="863850570" sldId="260"/>
            <ac:spMk id="4" creationId="{DF69744E-C794-FE7E-AC6E-335F92355829}"/>
          </ac:spMkLst>
        </pc:spChg>
        <pc:spChg chg="add del mod">
          <ac:chgData name="ssathyaprakashs@outlook.com" userId="79663391dab1ff80" providerId="LiveId" clId="{BC7E0007-FF68-48DC-A504-EB190FE43A94}" dt="2026-07-03T02:17:10.597" v="186"/>
          <ac:spMkLst>
            <pc:docMk/>
            <pc:sldMk cId="863850570" sldId="260"/>
            <ac:spMk id="5" creationId="{279C2A0D-87CD-6B29-345A-05822035D8B2}"/>
          </ac:spMkLst>
        </pc:spChg>
        <pc:spChg chg="add del mod">
          <ac:chgData name="ssathyaprakashs@outlook.com" userId="79663391dab1ff80" providerId="LiveId" clId="{BC7E0007-FF68-48DC-A504-EB190FE43A94}" dt="2026-07-03T02:17:10.590" v="182" actId="478"/>
          <ac:spMkLst>
            <pc:docMk/>
            <pc:sldMk cId="863850570" sldId="260"/>
            <ac:spMk id="6" creationId="{91EF4D8A-328D-9885-327F-58CF6BF84626}"/>
          </ac:spMkLst>
        </pc:spChg>
        <pc:spChg chg="add mod">
          <ac:chgData name="ssathyaprakashs@outlook.com" userId="79663391dab1ff80" providerId="LiveId" clId="{BC7E0007-FF68-48DC-A504-EB190FE43A94}" dt="2026-07-03T13:21:41.714" v="470" actId="1076"/>
          <ac:spMkLst>
            <pc:docMk/>
            <pc:sldMk cId="863850570" sldId="260"/>
            <ac:spMk id="7" creationId="{62D67377-D66E-45DD-F924-BD4E75BC8481}"/>
          </ac:spMkLst>
        </pc:spChg>
        <pc:spChg chg="add mod">
          <ac:chgData name="ssathyaprakashs@outlook.com" userId="79663391dab1ff80" providerId="LiveId" clId="{BC7E0007-FF68-48DC-A504-EB190FE43A94}" dt="2026-07-03T13:21:35.589" v="469" actId="1076"/>
          <ac:spMkLst>
            <pc:docMk/>
            <pc:sldMk cId="863850570" sldId="260"/>
            <ac:spMk id="8" creationId="{4B10D19E-3F81-DDD0-1537-A5C9CFC9F829}"/>
          </ac:spMkLst>
        </pc:spChg>
        <pc:spChg chg="add mod">
          <ac:chgData name="ssathyaprakashs@outlook.com" userId="79663391dab1ff80" providerId="LiveId" clId="{BC7E0007-FF68-48DC-A504-EB190FE43A94}" dt="2026-07-03T13:21:49.554" v="471" actId="1076"/>
          <ac:spMkLst>
            <pc:docMk/>
            <pc:sldMk cId="863850570" sldId="260"/>
            <ac:spMk id="9" creationId="{8B7B79F2-301F-D5AD-3CEB-088BDB63F630}"/>
          </ac:spMkLst>
        </pc:spChg>
        <pc:spChg chg="add del mod">
          <ac:chgData name="ssathyaprakashs@outlook.com" userId="79663391dab1ff80" providerId="LiveId" clId="{BC7E0007-FF68-48DC-A504-EB190FE43A94}" dt="2026-07-03T02:40:41.063" v="410"/>
          <ac:spMkLst>
            <pc:docMk/>
            <pc:sldMk cId="863850570" sldId="260"/>
            <ac:spMk id="10" creationId="{7E7D8D77-9E89-E82D-BAEA-6DB90C8D7B00}"/>
          </ac:spMkLst>
        </pc:spChg>
      </pc:sldChg>
      <pc:sldChg chg="addSp modSp new mod">
        <pc:chgData name="ssathyaprakashs@outlook.com" userId="79663391dab1ff80" providerId="LiveId" clId="{BC7E0007-FF68-48DC-A504-EB190FE43A94}" dt="2026-07-03T13:23:35.736" v="570" actId="1076"/>
        <pc:sldMkLst>
          <pc:docMk/>
          <pc:sldMk cId="1868552811" sldId="261"/>
        </pc:sldMkLst>
        <pc:spChg chg="mod">
          <ac:chgData name="ssathyaprakashs@outlook.com" userId="79663391dab1ff80" providerId="LiveId" clId="{BC7E0007-FF68-48DC-A504-EB190FE43A94}" dt="2026-07-03T13:23:10.200" v="569" actId="255"/>
          <ac:spMkLst>
            <pc:docMk/>
            <pc:sldMk cId="1868552811" sldId="261"/>
            <ac:spMk id="2" creationId="{B7CC11A3-020F-3334-0164-E66B0D91FE06}"/>
          </ac:spMkLst>
        </pc:spChg>
        <pc:spChg chg="mod">
          <ac:chgData name="ssathyaprakashs@outlook.com" userId="79663391dab1ff80" providerId="LiveId" clId="{BC7E0007-FF68-48DC-A504-EB190FE43A94}" dt="2026-07-03T13:22:35.513" v="555" actId="1076"/>
          <ac:spMkLst>
            <pc:docMk/>
            <pc:sldMk cId="1868552811" sldId="261"/>
            <ac:spMk id="3" creationId="{D4437EC8-C95E-327A-AFC6-C3575FDFDB64}"/>
          </ac:spMkLst>
        </pc:spChg>
        <pc:spChg chg="add mod">
          <ac:chgData name="ssathyaprakashs@outlook.com" userId="79663391dab1ff80" providerId="LiveId" clId="{BC7E0007-FF68-48DC-A504-EB190FE43A94}" dt="2026-07-03T13:23:35.736" v="570" actId="1076"/>
          <ac:spMkLst>
            <pc:docMk/>
            <pc:sldMk cId="1868552811" sldId="261"/>
            <ac:spMk id="4" creationId="{099FD8EC-4ED0-5CD7-01DB-38CD0E8CAC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78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99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87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6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1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72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32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7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85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28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03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05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8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65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44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7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0DF7389-DC5C-4BA5-AF0B-392CB08F900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AB0C8A9-6713-421D-B7C9-0E385DFE87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4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D339-E827-62FD-7D63-08897544D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4859"/>
            <a:ext cx="9144000" cy="2387600"/>
          </a:xfrm>
        </p:spPr>
        <p:txBody>
          <a:bodyPr/>
          <a:lstStyle/>
          <a:p>
            <a:r>
              <a:rPr lang="en-US" dirty="0"/>
              <a:t>Data Storytelling &amp;</a:t>
            </a:r>
            <a:br>
              <a:rPr lang="en-US" dirty="0"/>
            </a:br>
            <a:r>
              <a:rPr lang="en-US" dirty="0"/>
              <a:t>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801293-831D-59A6-FBAF-85BF9F13B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Data Analyst Internship</a:t>
            </a:r>
          </a:p>
          <a:p>
            <a:r>
              <a:rPr lang="en-US" dirty="0"/>
              <a:t>Prepared by:  Sathya Prakash S</a:t>
            </a:r>
          </a:p>
          <a:p>
            <a:r>
              <a:rPr lang="en-US" dirty="0" err="1"/>
              <a:t>ApexPlanet</a:t>
            </a:r>
            <a:r>
              <a:rPr lang="en-US" dirty="0"/>
              <a:t> Pvt Ltd.</a:t>
            </a:r>
          </a:p>
        </p:txBody>
      </p:sp>
    </p:spTree>
    <p:extLst>
      <p:ext uri="{BB962C8B-B14F-4D97-AF65-F5344CB8AC3E}">
        <p14:creationId xmlns:p14="http://schemas.microsoft.com/office/powerpoint/2010/main" val="727211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39911-F2FC-EE09-2471-827A627C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183"/>
            <a:ext cx="10515600" cy="1325563"/>
          </a:xfrm>
        </p:spPr>
        <p:txBody>
          <a:bodyPr/>
          <a:lstStyle/>
          <a:p>
            <a:r>
              <a:rPr lang="en-US" dirty="0"/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D84DF-0FAC-A5C4-4874-87965CA2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70" y="2220050"/>
            <a:ext cx="11353800" cy="37204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Analyze customer sales data to identify business trends and patterns.</a:t>
            </a:r>
          </a:p>
          <a:p>
            <a:endParaRPr lang="en-US" dirty="0"/>
          </a:p>
          <a:p>
            <a:r>
              <a:rPr lang="en-US" dirty="0"/>
              <a:t> Discover top-performing products, categories, and cities.</a:t>
            </a:r>
          </a:p>
          <a:p>
            <a:endParaRPr lang="en-US" dirty="0"/>
          </a:p>
          <a:p>
            <a:r>
              <a:rPr lang="en-US" dirty="0"/>
              <a:t> Understand monthly sales performance.</a:t>
            </a:r>
          </a:p>
          <a:p>
            <a:endParaRPr lang="en-US" dirty="0"/>
          </a:p>
          <a:p>
            <a:r>
              <a:rPr lang="en-US" dirty="0"/>
              <a:t> Present insights through data visualization to support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65026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F45E-D7E8-A72F-4B18-4F8D3394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&amp;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E9C313-BF0D-8B44-71E9-2EFA89520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4" t="18738" r="18116" b="12518"/>
          <a:stretch>
            <a:fillRect/>
          </a:stretch>
        </p:blipFill>
        <p:spPr>
          <a:xfrm>
            <a:off x="1325217" y="2384352"/>
            <a:ext cx="5377068" cy="3054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FE49BB-16BA-8004-1912-63692B50D16F}"/>
              </a:ext>
            </a:extLst>
          </p:cNvPr>
          <p:cNvSpPr txBox="1"/>
          <p:nvPr/>
        </p:nvSpPr>
        <p:spPr>
          <a:xfrm>
            <a:off x="6814932" y="2575271"/>
            <a:ext cx="53770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Total Sales</a:t>
            </a:r>
            <a:r>
              <a:rPr lang="en-US" sz="1200" dirty="0"/>
              <a:t>: 139.40M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Total Customers</a:t>
            </a:r>
            <a:r>
              <a:rPr lang="en-US" sz="1200" dirty="0"/>
              <a:t>: 947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Total Quantity Sold</a:t>
            </a:r>
            <a:r>
              <a:rPr lang="en-US" sz="1200" dirty="0"/>
              <a:t>: 5K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Average Unit Price</a:t>
            </a:r>
            <a:r>
              <a:rPr lang="en-US" sz="1200" dirty="0"/>
              <a:t>: 25.49K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Top Category</a:t>
            </a:r>
            <a:r>
              <a:rPr lang="en-US" sz="1200" dirty="0"/>
              <a:t>: Electronics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Top City</a:t>
            </a:r>
            <a:r>
              <a:rPr lang="en-US" sz="1200" dirty="0"/>
              <a:t>: Kolkata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Peak Sales Months</a:t>
            </a:r>
            <a:r>
              <a:rPr lang="en-US" sz="1200" dirty="0"/>
              <a:t>: March, June, October &amp; November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35128-2A19-1894-A781-C22528EF4508}"/>
              </a:ext>
            </a:extLst>
          </p:cNvPr>
          <p:cNvSpPr txBox="1"/>
          <p:nvPr/>
        </p:nvSpPr>
        <p:spPr>
          <a:xfrm>
            <a:off x="838200" y="5438840"/>
            <a:ext cx="10860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Conclusion</a:t>
            </a:r>
            <a:r>
              <a:rPr lang="en-US" sz="1600" dirty="0"/>
              <a:t>: The dashboard indicates strong business performance, with Electronics leading sales across categories and Kolkata emerging as the highest-performing city. Seasonal patterns show increased sales during March, June, October, and November, supporting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561452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68BB-A066-5302-6307-8AFD79942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935" y="335803"/>
            <a:ext cx="7272130" cy="1325563"/>
          </a:xfrm>
        </p:spPr>
        <p:txBody>
          <a:bodyPr/>
          <a:lstStyle/>
          <a:p>
            <a:pPr algn="ctr"/>
            <a:r>
              <a:rPr lang="en-US" dirty="0"/>
              <a:t>Statistical Validation &amp; 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52D26-1FDD-149B-67AD-5267888FE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35" y="18587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Hypothesis Testing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67377-D66E-45DD-F924-BD4E75BC8481}"/>
              </a:ext>
            </a:extLst>
          </p:cNvPr>
          <p:cNvSpPr txBox="1"/>
          <p:nvPr/>
        </p:nvSpPr>
        <p:spPr>
          <a:xfrm>
            <a:off x="737886" y="3228012"/>
            <a:ext cx="5358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H₀ (Null Hypothesis)</a:t>
            </a:r>
          </a:p>
          <a:p>
            <a:endParaRPr lang="en-US" dirty="0"/>
          </a:p>
          <a:p>
            <a:r>
              <a:rPr lang="en-US" dirty="0"/>
              <a:t>There is no significant difference in sales across product categories.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H₁ (Alternative Hypothesis)</a:t>
            </a:r>
          </a:p>
          <a:p>
            <a:endParaRPr lang="en-US" dirty="0"/>
          </a:p>
          <a:p>
            <a:r>
              <a:rPr lang="en-US" dirty="0"/>
              <a:t>There is a significant difference in sales across product categories.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0D19E-3F81-DDD0-1537-A5C9CFC9F829}"/>
              </a:ext>
            </a:extLst>
          </p:cNvPr>
          <p:cNvSpPr txBox="1"/>
          <p:nvPr/>
        </p:nvSpPr>
        <p:spPr>
          <a:xfrm>
            <a:off x="7790396" y="2295735"/>
            <a:ext cx="3498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STATISTICAL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7B79F2-301F-D5AD-3CEB-088BDB63F630}"/>
              </a:ext>
            </a:extLst>
          </p:cNvPr>
          <p:cNvSpPr txBox="1"/>
          <p:nvPr/>
        </p:nvSpPr>
        <p:spPr>
          <a:xfrm>
            <a:off x="6392622" y="3070805"/>
            <a:ext cx="55725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Electronics recorded the highest sales among all product categories.</a:t>
            </a:r>
          </a:p>
          <a:p>
            <a:endParaRPr lang="en-US" sz="1400" dirty="0"/>
          </a:p>
          <a:p>
            <a:r>
              <a:rPr lang="en-US" dirty="0"/>
              <a:t>• Sales peaked during March, June, October, and November.</a:t>
            </a:r>
          </a:p>
          <a:p>
            <a:endParaRPr lang="en-US" dirty="0"/>
          </a:p>
          <a:p>
            <a:r>
              <a:rPr lang="en-US" dirty="0"/>
              <a:t>• Customer distribution between male and female customers is nearly balanced.</a:t>
            </a:r>
          </a:p>
          <a:p>
            <a:endParaRPr lang="en-US" dirty="0"/>
          </a:p>
          <a:p>
            <a:r>
              <a:rPr lang="en-US" dirty="0"/>
              <a:t>• The dashboard reveals meaningful business trends that support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863850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11A3-020F-3334-0164-E66B0D91F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BUSINESS RECOMMENDATIONS &amp; CONCLUSION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37EC8-C95E-327A-AFC6-C3575FDFD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2151"/>
            <a:ext cx="10515600" cy="287369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endParaRPr lang="en-US" dirty="0"/>
          </a:p>
          <a:p>
            <a:r>
              <a:rPr lang="en-US" dirty="0"/>
              <a:t> Increase inventory for Electronics products to meet customer demand and maximize sales.</a:t>
            </a:r>
          </a:p>
          <a:p>
            <a:r>
              <a:rPr lang="en-US" dirty="0"/>
              <a:t> Launch promotional campaigns during peak sales months (March, June, October, and November).</a:t>
            </a:r>
          </a:p>
          <a:p>
            <a:r>
              <a:rPr lang="en-US" dirty="0"/>
              <a:t> Strengthen marketing strategies for lower-performing product categories to improve overall sales.</a:t>
            </a:r>
          </a:p>
          <a:p>
            <a:r>
              <a:rPr lang="en-US" dirty="0"/>
              <a:t> Expand successful sales strategies from top-performing cities to other regions.</a:t>
            </a:r>
          </a:p>
          <a:p>
            <a:r>
              <a:rPr lang="en-US" dirty="0"/>
              <a:t> Continuously monitor sales trends and customer behavior to support data-driven business decisions.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FD8EC-4ED0-5CD7-01DB-38CD0E8CACD7}"/>
              </a:ext>
            </a:extLst>
          </p:cNvPr>
          <p:cNvSpPr txBox="1"/>
          <p:nvPr/>
        </p:nvSpPr>
        <p:spPr>
          <a:xfrm>
            <a:off x="838200" y="4497015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Conclusion:</a:t>
            </a:r>
          </a:p>
          <a:p>
            <a:endParaRPr lang="en-US" dirty="0"/>
          </a:p>
          <a:p>
            <a:r>
              <a:rPr lang="en-US" dirty="0"/>
              <a:t>The analysis confirms strong business performance, with Electronics emerging as the top-performing category and Kolkata leading in city-wise sales. Seasonal demand patterns indicate higher sales during March, June, October, and November. These insights support strategic decisions in inventory planning, marketing, and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1868552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73</TotalTime>
  <Words>366</Words>
  <Application>Microsoft Office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 Boardroom</vt:lpstr>
      <vt:lpstr>Data Storytelling &amp;  Statistical Validation</vt:lpstr>
      <vt:lpstr>Business Objective</vt:lpstr>
      <vt:lpstr>Key Insights &amp; Dashboard</vt:lpstr>
      <vt:lpstr>Statistical Validation &amp; Business Recommendations</vt:lpstr>
      <vt:lpstr>BUSINESS 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ssathyaprakashs@outlook.com</dc:creator>
  <cp:lastModifiedBy>ssathyaprakashs@outlook.com</cp:lastModifiedBy>
  <cp:revision>1</cp:revision>
  <dcterms:created xsi:type="dcterms:W3CDTF">2026-07-03T01:52:43Z</dcterms:created>
  <dcterms:modified xsi:type="dcterms:W3CDTF">2026-07-03T13:23:44Z</dcterms:modified>
</cp:coreProperties>
</file>